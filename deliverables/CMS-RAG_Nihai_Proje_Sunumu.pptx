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2.0  ·  18.08.2026  ·  codex/pgvector-lineage · agentic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137 / 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AGENTIC KALICILIK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Konuşma, kanıt ve bekleyen onay yeniden başlatmada korunur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715000"/>
            <a:ext cx="795527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PostgreSQL checkpoint · thread geri yükleme · MCP interrupt / resume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137 / 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20 VAKA 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1853183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3938016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440131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 +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853183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MCP yazmasında operatör onayı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RBAC
Checkpoint saklama politikası
Kalite eğilim alarmı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Kurumsal gözlemlenebilirlik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CI kalite kapısı + RBAC + kurumsal gözlemlenebilirlik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137/137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codex/pgvector-lineage · agentic final  ·  Sürüm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